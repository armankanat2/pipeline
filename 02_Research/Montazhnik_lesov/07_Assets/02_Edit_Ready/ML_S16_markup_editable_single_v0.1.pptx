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328" y="-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2C44-FC47-41AE-BA4C-B981D158A11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9B7A-75BD-48B3-ABCD-4FFA621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51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2C44-FC47-41AE-BA4C-B981D158A11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9B7A-75BD-48B3-ABCD-4FFA621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749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2C44-FC47-41AE-BA4C-B981D158A11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9B7A-75BD-48B3-ABCD-4FFA621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4560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2C44-FC47-41AE-BA4C-B981D158A11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9B7A-75BD-48B3-ABCD-4FFA621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42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2C44-FC47-41AE-BA4C-B981D158A11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9B7A-75BD-48B3-ABCD-4FFA621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261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2C44-FC47-41AE-BA4C-B981D158A11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9B7A-75BD-48B3-ABCD-4FFA621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208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2C44-FC47-41AE-BA4C-B981D158A11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9B7A-75BD-48B3-ABCD-4FFA621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949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2C44-FC47-41AE-BA4C-B981D158A11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9B7A-75BD-48B3-ABCD-4FFA621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338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2C44-FC47-41AE-BA4C-B981D158A11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9B7A-75BD-48B3-ABCD-4FFA621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97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2C44-FC47-41AE-BA4C-B981D158A11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9B7A-75BD-48B3-ABCD-4FFA621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141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52C44-FC47-41AE-BA4C-B981D158A11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E9B7A-75BD-48B3-ABCD-4FFA621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9841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52C44-FC47-41AE-BA4C-B981D158A111}" type="datetimeFigureOut">
              <a:rPr lang="ru-RU" smtClean="0"/>
              <a:t>17.05.2026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E9B7A-75BD-48B3-ABCD-4FFA621D450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56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0"/>
            <a:ext cx="4572000" cy="6858000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7124075" y="1419930"/>
            <a:ext cx="1714500" cy="431800"/>
          </a:xfrm>
          <a:prstGeom prst="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700" b="1" smtClean="0">
                <a:solidFill>
                  <a:srgbClr val="FFFFFF"/>
                </a:solidFill>
                <a:latin typeface="Arial"/>
              </a:rPr>
              <a:t>Хомут</a:t>
            </a:r>
            <a:endParaRPr lang="ru-RU" sz="1700" b="1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 flipH="1">
            <a:off x="6660232" y="1848520"/>
            <a:ext cx="2006600" cy="698500"/>
          </a:xfrm>
          <a:prstGeom prst="bentConnector3">
            <a:avLst/>
          </a:prstGeom>
          <a:ln w="28575" cap="rnd">
            <a:solidFill>
              <a:srgbClr val="00000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685800" y="1397000"/>
            <a:ext cx="2603500" cy="431800"/>
          </a:xfrm>
          <a:prstGeom prst="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700" b="1" smtClean="0">
                <a:solidFill>
                  <a:srgbClr val="FFFFFF"/>
                </a:solidFill>
                <a:latin typeface="Arial"/>
              </a:rPr>
              <a:t>Вертикальная труба</a:t>
            </a:r>
            <a:endParaRPr lang="ru-RU" sz="1700" b="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3289300" y="1828800"/>
            <a:ext cx="1155700" cy="482600"/>
          </a:xfrm>
          <a:prstGeom prst="bentConnector3">
            <a:avLst/>
          </a:prstGeom>
          <a:ln w="28575" cap="rnd">
            <a:solidFill>
              <a:srgbClr val="00000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6228184" y="5778500"/>
            <a:ext cx="2794000" cy="431800"/>
          </a:xfrm>
          <a:prstGeom prst="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700" b="1" smtClean="0">
                <a:solidFill>
                  <a:srgbClr val="FFFFFF"/>
                </a:solidFill>
                <a:latin typeface="Arial"/>
              </a:rPr>
              <a:t>Горизонтальная труба</a:t>
            </a:r>
            <a:endParaRPr lang="ru-RU" sz="1700" b="1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 flipH="1" flipV="1">
            <a:off x="6558632" y="4686300"/>
            <a:ext cx="1104900" cy="1092200"/>
          </a:xfrm>
          <a:prstGeom prst="bentConnector3">
            <a:avLst/>
          </a:prstGeom>
          <a:ln w="28575" cap="rnd">
            <a:solidFill>
              <a:srgbClr val="00000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99572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Экран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Дмитрий</dc:creator>
  <cp:lastModifiedBy>Дмитрий</cp:lastModifiedBy>
  <cp:revision>4</cp:revision>
  <dcterms:created xsi:type="dcterms:W3CDTF">2026-05-16T16:15:31Z</dcterms:created>
  <dcterms:modified xsi:type="dcterms:W3CDTF">2026-05-16T23:34:40Z</dcterms:modified>
</cp:coreProperties>
</file>