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715000" type="screen16x1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928" y="-64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1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50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15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34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9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3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65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87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37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38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89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67A0C-07B6-48D9-B7B3-E8B99BC77C5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31597-8E9D-43D8-9F8A-0CF8791DA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97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600" y="203200"/>
            <a:ext cx="84328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2400" b="1" smtClean="0">
                <a:latin typeface="Arial"/>
              </a:rPr>
              <a:t>Инструменты монтажника</a:t>
            </a:r>
            <a:endParaRPr lang="ru-RU" sz="2400" b="1">
              <a:latin typeface="Arial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85" y="990600"/>
            <a:ext cx="2104430" cy="3810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537" y="990600"/>
            <a:ext cx="1272926" cy="381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00" y="2306282"/>
            <a:ext cx="2692400" cy="1178635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304800" y="5029200"/>
            <a:ext cx="2692400" cy="4318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400" b="1" smtClean="0">
                <a:solidFill>
                  <a:srgbClr val="FFFFFF"/>
                </a:solidFill>
                <a:latin typeface="Arial"/>
              </a:rPr>
              <a:t>Молоток</a:t>
            </a:r>
            <a:endParaRPr lang="ru-RU" sz="14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225800" y="5029200"/>
            <a:ext cx="2692400" cy="4318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400" b="1" smtClean="0">
                <a:solidFill>
                  <a:srgbClr val="FFFFFF"/>
                </a:solidFill>
                <a:latin typeface="Arial"/>
              </a:rPr>
              <a:t>Ключ 19/22</a:t>
            </a:r>
            <a:endParaRPr lang="ru-RU" sz="14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146800" y="5029200"/>
            <a:ext cx="2692400" cy="4318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400" b="1" smtClean="0">
                <a:solidFill>
                  <a:srgbClr val="FFFFFF"/>
                </a:solidFill>
                <a:latin typeface="Arial"/>
              </a:rPr>
              <a:t>Уровень</a:t>
            </a:r>
            <a:endParaRPr lang="ru-RU" sz="1400" b="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5609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Office PowerPoint</Application>
  <PresentationFormat>Экран (16:10)</PresentationFormat>
  <Paragraphs>4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</dc:creator>
  <cp:lastModifiedBy>Дмитрий</cp:lastModifiedBy>
  <cp:revision>6</cp:revision>
  <dcterms:created xsi:type="dcterms:W3CDTF">2026-05-16T22:00:45Z</dcterms:created>
  <dcterms:modified xsi:type="dcterms:W3CDTF">2026-05-16T23:34:34Z</dcterms:modified>
</cp:coreProperties>
</file>