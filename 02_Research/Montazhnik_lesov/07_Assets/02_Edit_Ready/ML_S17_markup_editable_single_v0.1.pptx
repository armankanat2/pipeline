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76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03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05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53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66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60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28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79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88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1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3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1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5B567-B162-472E-B5F3-2F7BB743B45E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A279D-FCC3-4B71-9077-E17494C5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72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6" y="411055"/>
            <a:ext cx="5176912" cy="5018435"/>
          </a:xfrm>
          <a:prstGeom prst="rect">
            <a:avLst/>
          </a:prstGeom>
        </p:spPr>
      </p:pic>
      <p:pic>
        <p:nvPicPr>
          <p:cNvPr id="3" name="Рисунок 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536" y="4365104"/>
            <a:ext cx="4684464" cy="2083829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>
            <a:off x="6159500" y="889000"/>
            <a:ext cx="0" cy="717550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4000" y="86106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 b="1" smtClean="0">
                <a:solidFill>
                  <a:srgbClr val="333333"/>
                </a:solidFill>
                <a:latin typeface="Arial"/>
              </a:rPr>
              <a:t>S17. Крепление лесов к балке</a:t>
            </a:r>
            <a:endParaRPr lang="ru-RU" sz="20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54000" y="8991600"/>
            <a:ext cx="114300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500" b="1" smtClean="0">
                <a:solidFill>
                  <a:srgbClr val="FFFFFF"/>
                </a:solidFill>
                <a:latin typeface="Arial"/>
              </a:rPr>
              <a:t>Подписи и стрелки можно двигать вручную. Левый кадр главный, правый кадр supporting.</a:t>
            </a:r>
            <a:endParaRPr lang="ru-RU"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527767" y="1727010"/>
            <a:ext cx="13970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Балка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H="1">
            <a:off x="4924376" y="1930210"/>
            <a:ext cx="1584176" cy="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5931934" y="3068960"/>
            <a:ext cx="20955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Узел крепления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H="1">
            <a:off x="4269885" y="3272160"/>
            <a:ext cx="1662049" cy="34925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Скругленный прямоугольник 10"/>
          <p:cNvSpPr/>
          <p:nvPr/>
        </p:nvSpPr>
        <p:spPr>
          <a:xfrm>
            <a:off x="1651000" y="7175500"/>
            <a:ext cx="17145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Труба лесов</a:t>
            </a:r>
            <a:endParaRPr lang="ru-RU" sz="1600" b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V="1">
            <a:off x="2508250" y="7112000"/>
            <a:ext cx="615950" cy="6350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724128" y="186356"/>
            <a:ext cx="2984500" cy="50634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Контекст крепления к балке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95536" y="5877272"/>
            <a:ext cx="33020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Расположение узла на конструкции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 flipV="1">
            <a:off x="2109645" y="5157192"/>
            <a:ext cx="2606371" cy="72008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6979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6</cp:revision>
  <dcterms:created xsi:type="dcterms:W3CDTF">2026-05-16T20:45:07Z</dcterms:created>
  <dcterms:modified xsi:type="dcterms:W3CDTF">2026-05-16T23:34:42Z</dcterms:modified>
</cp:coreProperties>
</file>