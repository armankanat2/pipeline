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276" y="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1146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7332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152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892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184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628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407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79564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399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8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546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7B4197-CDDC-4FA9-84E7-CFD9D95A6780}" type="datetimeFigureOut">
              <a:rPr lang="ru-RU" smtClean="0"/>
              <a:t>16.05.2026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CEFD4-AAFC-4209-8DDD-E491438E112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0333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00" y="190500"/>
            <a:ext cx="6604000" cy="4953000"/>
          </a:xfrm>
          <a:prstGeom prst="rect">
            <a:avLst/>
          </a:prstGeom>
        </p:spPr>
      </p:pic>
      <p:pic>
        <p:nvPicPr>
          <p:cNvPr id="3" name="Рисунок 2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6345" y="3586913"/>
            <a:ext cx="3175000" cy="2381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4000" y="8636000"/>
            <a:ext cx="11430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 b="1" smtClean="0">
                <a:solidFill>
                  <a:srgbClr val="333333"/>
                </a:solidFill>
                <a:latin typeface="Arial"/>
              </a:rPr>
              <a:t>S18. </a:t>
            </a:r>
            <a:r>
              <a:rPr lang="ru-RU" sz="2000" b="1" smtClean="0">
                <a:solidFill>
                  <a:srgbClr val="333333"/>
                </a:solidFill>
                <a:latin typeface="Arial"/>
              </a:rPr>
              <a:t>Анкерование хомутовых лесов</a:t>
            </a:r>
            <a:endParaRPr lang="ru-RU" sz="2000" b="1">
              <a:solidFill>
                <a:srgbClr val="333333"/>
              </a:solidFill>
              <a:latin typeface="Arial"/>
            </a:endParaRPr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254000" y="9017000"/>
            <a:ext cx="11430000" cy="4064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500" b="1" smtClean="0">
                <a:solidFill>
                  <a:srgbClr val="FFFFFF"/>
                </a:solidFill>
                <a:latin typeface="Arial"/>
              </a:rPr>
              <a:t>Подписи и стрелки можно двигать вручную. Левый кадр главный, правый кадр supporting.</a:t>
            </a:r>
            <a:endParaRPr lang="ru-RU" sz="15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747504" y="4148582"/>
            <a:ext cx="2667000" cy="4318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dirty="0" smtClean="0">
                <a:solidFill>
                  <a:srgbClr val="FFFFFF"/>
                </a:solidFill>
                <a:latin typeface="Arial"/>
              </a:rPr>
              <a:t>Связь лесов со стеной</a:t>
            </a:r>
            <a:endParaRPr lang="ru-RU" sz="16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2855410" y="2922496"/>
            <a:ext cx="0" cy="1226086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Скругленный прямоугольник 8"/>
          <p:cNvSpPr/>
          <p:nvPr/>
        </p:nvSpPr>
        <p:spPr>
          <a:xfrm>
            <a:off x="1187624" y="476672"/>
            <a:ext cx="3424014" cy="432048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dirty="0" smtClean="0">
                <a:solidFill>
                  <a:srgbClr val="FFFFFF"/>
                </a:solidFill>
                <a:latin typeface="Arial"/>
              </a:rPr>
              <a:t>Точка крепления к конструкции</a:t>
            </a:r>
            <a:endParaRPr lang="ru-RU" sz="16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 flipH="1">
            <a:off x="755576" y="908720"/>
            <a:ext cx="864096" cy="2626819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Скругленный прямоугольник 10"/>
          <p:cNvSpPr/>
          <p:nvPr/>
        </p:nvSpPr>
        <p:spPr>
          <a:xfrm>
            <a:off x="5941096" y="2726984"/>
            <a:ext cx="2413000" cy="4318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smtClean="0">
                <a:solidFill>
                  <a:srgbClr val="FFFFFF"/>
                </a:solidFill>
                <a:latin typeface="Arial"/>
              </a:rPr>
              <a:t>Анкерный кронштейн</a:t>
            </a:r>
            <a:endParaRPr lang="ru-RU" sz="1600" b="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5941096" y="6237312"/>
            <a:ext cx="2984500" cy="431800"/>
          </a:xfrm>
          <a:prstGeom prst="roundRect">
            <a:avLst/>
          </a:prstGeom>
          <a:solidFill>
            <a:srgbClr val="414141">
              <a:alpha val="96000"/>
            </a:srgbClr>
          </a:solidFill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ru-RU" sz="1600" b="1" dirty="0" smtClean="0">
                <a:solidFill>
                  <a:srgbClr val="FFFFFF"/>
                </a:solidFill>
                <a:latin typeface="Arial"/>
              </a:rPr>
              <a:t>Тяга и крепление в стене</a:t>
            </a:r>
            <a:endParaRPr lang="ru-RU" sz="1600" b="1" dirty="0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6610767" y="3151698"/>
            <a:ext cx="1608486" cy="1115058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H="1" flipV="1">
            <a:off x="6858000" y="4941168"/>
            <a:ext cx="90264" cy="1296145"/>
          </a:xfrm>
          <a:prstGeom prst="bentConnector3">
            <a:avLst/>
          </a:prstGeom>
          <a:ln w="28575" cap="rnd">
            <a:solidFill>
              <a:srgbClr val="000000"/>
            </a:solidFill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5927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35</Words>
  <Application>Microsoft Office PowerPoint</Application>
  <PresentationFormat>Экран (4:3)</PresentationFormat>
  <Paragraphs>6</Paragraphs>
  <Slides>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2" baseType="lpstr"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Дмитрий</dc:creator>
  <cp:lastModifiedBy>Дмитрий</cp:lastModifiedBy>
  <cp:revision>5</cp:revision>
  <dcterms:created xsi:type="dcterms:W3CDTF">2026-05-16T18:15:21Z</dcterms:created>
  <dcterms:modified xsi:type="dcterms:W3CDTF">2026-05-16T18:45:28Z</dcterms:modified>
</cp:coreProperties>
</file>