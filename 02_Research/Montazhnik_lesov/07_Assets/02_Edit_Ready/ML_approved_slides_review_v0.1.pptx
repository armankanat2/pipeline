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876" y="-64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42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18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47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62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44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5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6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06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64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73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9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6CAE0-79DB-4626-8A80-9927FC8F33F7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5F312-ADCA-48EE-9CD8-25CD619692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8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9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1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6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8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2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381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255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(16:10)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1</cp:revision>
  <dcterms:created xsi:type="dcterms:W3CDTF">2026-05-16T23:41:13Z</dcterms:created>
  <dcterms:modified xsi:type="dcterms:W3CDTF">2026-05-16T23:41:14Z</dcterms:modified>
</cp:coreProperties>
</file>